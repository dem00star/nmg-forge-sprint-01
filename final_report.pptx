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nmgtechnologies.com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SEO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URLs Crawled: 456</a:t>
            </a:r>
          </a:p>
          <a:p>
            <a:r>
              <a:t>Total Issues: 670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missing_title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Severity: High</a:t>
            </a:r>
          </a:p>
          <a:p>
            <a:r>
              <a:t>Affected URLs: 331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broken_link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Severity: High</a:t>
            </a:r>
          </a:p>
          <a:p>
            <a:r>
              <a:t>Affected URLs: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missing_h1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Severity: Medium</a:t>
            </a:r>
          </a:p>
          <a:p>
            <a:r>
              <a:t>Affected URLs: 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